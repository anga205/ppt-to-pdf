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'1.0' encoding='UTF-8' standalone='yes'?>
<p:sld xmlns:a="http://schemas.openxmlformats.org/drawingml/2006/main" xmlns:p="http://schemas.openxmlformats.org/presentationml/2006/main" xmlns:r="http://schemas.openxmlformats.org/officeDocument/2006/relationships"><p:cSld><p:spTree><p:nvGrpSpPr><p:cNvPr id="1" name=""/><p:cNvGrpSpPr/><p:nvPr/></p:nvGrpSpPr><p:grpSpPr/><p:sp><p:nvSpPr><p:cNvPr id="2" name="Title 1"/><p:cNvSpPr><a:spLocks noGrp="1"/></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