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  <a:p>
            <a:r>
              <a:t>Line 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  <a:p>
            <a:r>
              <a:t>Line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  <a:p>
            <a:r>
              <a:t>Line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